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E-Commerce Conversion Through Clickstream Funnel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case study • Kaggle multi-category store (Nov 2019) • Owner: Jordan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Funnel • Category/Revenue • Timing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descriptive + diagnostic analytics (no ML)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task: identify funnel drop-offs and diagnose drivers of conversion and revenue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Nov 2019 only; event-level funnel (view → cart → purchase)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Constraints: no session stitching; conversion rates are event-based proxies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Deliverables: 3 dashboards +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Key Assumptions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Source: Kaggle “Ecommerce Behavior Data from Multi-Category Store”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Fields used: event_type, event_time, category_code, price, user identifiers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proxy: sum(price) on purchase events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Conversion proxy: purchases/views, carts/views, purchases/carts (not session-based)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Funnel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happening across the funnel (volume, proxy conversion, daily trend)</a:t>
            </a:r>
            <a:endParaRPr lang="en-US" sz="1600" dirty="0"/>
          </a:p>
        </p:txBody>
      </p:sp>
      <p:pic>
        <p:nvPicPr>
          <p:cNvPr id="4" name="Image 0" descr="/workspaces/capstone-clickstream-funnel/exports/dashboard_png/d1_funnel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Funnel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friction point is View → Cart (largest drop-off)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 → Purchase is relatively strong (high intent once carted)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Mid-month spike suggests promotion/tracking anomaly worth annotating in reporting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focus: improve add-to-cart drivers (PDP clarity, trust, shipping/returns visibility)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Category &amp; Revenue Performance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drive revenue and how conversion varies across high-traffic categories</a:t>
            </a:r>
            <a:endParaRPr lang="en-US" sz="1600" dirty="0"/>
          </a:p>
        </p:txBody>
      </p:sp>
      <p:pic>
        <p:nvPicPr>
          <p:cNvPr id="4" name="Image 0" descr="/workspaces/capstone-clickstream-funnel/exports/dashboard_png/d2_categor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Category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is highly concentrated in the top categories (Top 5 share is very high)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 and optimize the highest-revenue categories (availability, pricing, merchandising)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high-view / lower-conversion categories for PDP + offer experiments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concentration risk and diversify revenue drivers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Timing Patterns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purchases and revenue occur (hour-of-day × day-of-week)</a:t>
            </a:r>
            <a:endParaRPr lang="en-US" sz="1600" dirty="0"/>
          </a:p>
        </p:txBody>
      </p:sp>
      <p:pic>
        <p:nvPicPr>
          <p:cNvPr id="4" name="Image 0" descr="/workspaces/capstone-clickstream-funnel/exports/dashboard_png/d3_timing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Timing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 and revenue peak in morning-to-midday hours (strongest window around ~9–11)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Weekends show stronger midday intensity versus weekdays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Execution: time promos, email, and paid spend to match high-intent windows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Ops: ensure inventory/service readiness during peak windows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Measurement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737360"/>
            <a:ext cx="1027145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View → Cart: PDP/CTA clarity, trust signals, shipping/returns transparency, better filters/search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focus: scale top revenue categories; optimize high-traffic low-conversion categories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Timing execution: schedule campaigns around peak hours and weekends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weekly: proxy conversion rates, revenue by category + top-5 share, purchases/revenue by hour/day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Google Data Analytics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E-Commerce Clickstream Funnel Analysis</dc:subject>
  <dc:creator>Jordan</dc:creator>
  <cp:lastModifiedBy>Jordan</cp:lastModifiedBy>
  <cp:revision>1</cp:revision>
  <dcterms:created xsi:type="dcterms:W3CDTF">2026-02-20T21:36:34Z</dcterms:created>
  <dcterms:modified xsi:type="dcterms:W3CDTF">2026-02-20T21:36:34Z</dcterms:modified>
</cp:coreProperties>
</file>